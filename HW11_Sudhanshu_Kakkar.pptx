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32" autoAdjust="0"/>
    <p:restoredTop sz="94719"/>
  </p:normalViewPr>
  <p:slideViewPr>
    <p:cSldViewPr snapToGrid="0">
      <p:cViewPr>
        <p:scale>
          <a:sx n="80" d="100"/>
          <a:sy n="80" d="100"/>
        </p:scale>
        <p:origin x="24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5C6B-76EC-4142-A940-DBD59C818865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10BB-6EAC-479B-A882-4063B55F5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0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A7CE-FF0B-D5C6-7CC3-F6B867F5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1CC20-2EE5-711A-5835-2C7185A5F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72604-E94F-E314-C612-C3351DF96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04CF8-D5F5-A6DC-D44A-D1A5DAE79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810BB-6EAC-479B-A882-4063B55F55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6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CE72-CFC0-D19F-4613-1F1ED543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1F6F9-2DAE-5CF9-4DD5-53C0822F9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3A9BD-D3D9-A567-7326-B914C225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74CE-2F5D-9901-1A4C-65A8A553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FDB5-B72F-58AC-D945-E53A8E97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70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EDA3-E0D2-685C-8DFF-4F694F7B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2F9F-18C4-988C-6AAB-1731F1BD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6E72A-1893-F719-2B71-C3966DEC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C1317-FC99-3DA1-6CD6-2296B0BA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1650-BA76-C42B-551C-0E82EC8F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60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0326-C178-EB85-B301-FC2887A9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9E657-543A-5F2B-E26D-70B4AC7AF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A00E4-9F19-C96A-DC5D-D60D7C1B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1585C-2E1B-2090-5E34-741D9BCA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F593-918E-AE9D-4F1D-91E4E881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30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AD62-09D8-7201-C4F9-2BBF0A0A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2947-9C7C-E441-86D3-8952BA9AD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72BB8-074C-A05C-88A6-C70B958FB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65F7A-3594-5027-8AE3-C59309EC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BFB8-142E-89BE-25A1-AF396DB3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E96CF-8A24-F8FB-3A0A-4FC7864A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00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7B80-3D16-A4BF-D040-389C430A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5AFD-5351-709F-EBDA-BE409BEF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807C-C128-C8DD-1A85-E7D3044D6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F603F-FDE1-115E-9D9D-080739FBE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6FDF5-E519-D5E4-4B5C-670F39B7A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21004-22F7-3F7A-AF63-5842F66C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0D417-A912-9F5C-D26E-021CFE6A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4D2A4-6258-8979-2419-B559BD32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3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8861-86DF-C4A7-C3C3-76D921BE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C135C-C33C-93A0-64CD-6EC87B28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25D65-D693-EAD0-82A1-DABC67D2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0CEF6-855F-AE65-59EB-CDBDCF74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26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BF912-A355-90A6-16A7-48791D5F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ADA-EE0F-AA91-BFC4-1766B4D9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3927-42F3-BFAE-7E94-B5CF636C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899D-19E4-A85E-9E31-EBFF2F7C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6BF5-8E99-E739-E598-FDA23A95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4D145-CB6B-A8B5-2701-00C56A1F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EE990-2240-830D-E63B-DF82E6CA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EFCC-9C35-4180-F244-8FCA91A7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A8EE5-1AD4-0B90-234F-C2560ECD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509A-D5D2-1E23-14BB-A6A013B3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5096A-D719-2534-0B7B-087317B83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8C8BD-6B70-F61C-4DAF-96B463A7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781C-D99C-0398-EAFD-3CED3DEC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D5818-CB56-EBD9-013D-4A8B7E43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DA7E2-F472-6770-8F3F-A1F1DF80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10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7C8D7-71C3-A79A-727C-5D256906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B2F69-A83C-1218-B5B1-C1EB5591D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D928D-79F2-A501-3CE8-4AA232AC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25C3-1CD2-1899-A4DD-F9205D62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F094-81C9-F50F-5400-DD53AD62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6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9994E-B60D-425B-EFF5-F91246456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05920-57B8-80B1-CE41-42B1B567C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CEF5-F6B0-F410-C224-EFD78BFF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09567-0B57-2A3E-4070-81D47D5F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4FAF-945D-530A-0170-C4D18351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9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0AD01-8557-4422-1C9D-B6D7AEC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0649A-E869-8B2B-D6B8-860D6E2A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F7729-6101-7537-7F5D-C894EBA35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C4986-7DEB-4068-B691-7A99EC7B716C}" type="datetimeFigureOut">
              <a:rPr lang="en-IN" smtClean="0"/>
              <a:t>16/11/25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84D2-9F48-AF3C-9F61-58E70A122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DABF-3A0F-2ECB-930C-E83DD1AF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E96F-4E7F-8DAE-715F-1F4FB4B3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4618"/>
            <a:ext cx="10515600" cy="4488873"/>
          </a:xfrm>
        </p:spPr>
        <p:txBody>
          <a:bodyPr>
            <a:normAutofit/>
          </a:bodyPr>
          <a:lstStyle/>
          <a:p>
            <a:pPr algn="ctr"/>
            <a:r>
              <a:rPr lang="en-IN" sz="3100" b="1" dirty="0"/>
              <a:t>HW-Topic-11</a:t>
            </a:r>
            <a:br>
              <a:rPr lang="en-IN" sz="3100" dirty="0"/>
            </a:br>
            <a:r>
              <a:rPr lang="en-US" sz="3100" dirty="0"/>
              <a:t>Data Acquisition, Modeling and Analysis: Big Data Analytics</a:t>
            </a:r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Submitted By – </a:t>
            </a:r>
            <a:r>
              <a:rPr lang="en-US" sz="3100" b="1" dirty="0"/>
              <a:t>Sudhanshu Kakkar</a:t>
            </a:r>
            <a:br>
              <a:rPr lang="en-US" sz="3100" dirty="0"/>
            </a:br>
            <a:r>
              <a:rPr lang="en-US" sz="3100" dirty="0"/>
              <a:t>CWID – </a:t>
            </a:r>
            <a:r>
              <a:rPr lang="en-US" sz="3100" b="1" dirty="0"/>
              <a:t>20036779</a:t>
            </a:r>
            <a:br>
              <a:rPr lang="en-US" sz="3100" u="sng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28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7BF3-7A5D-3B49-DECB-6248A0DE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D428-40D3-B23A-B972-219962AC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1431" y="39963"/>
            <a:ext cx="3790569" cy="370506"/>
          </a:xfrm>
        </p:spPr>
        <p:txBody>
          <a:bodyPr>
            <a:normAutofit/>
          </a:bodyPr>
          <a:lstStyle/>
          <a:p>
            <a:pPr algn="r"/>
            <a:r>
              <a:rPr lang="en-US" sz="1400" b="1" dirty="0">
                <a:latin typeface="+mn-lt"/>
                <a:ea typeface="+mn-ea"/>
                <a:cs typeface="+mn-cs"/>
              </a:rPr>
              <a:t>Sudhanshu Kakkar | ID - 20036779</a:t>
            </a:r>
            <a:endParaRPr lang="en-IN" sz="14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84580-8D6C-671A-B1BD-6FA698AC6705}"/>
              </a:ext>
            </a:extLst>
          </p:cNvPr>
          <p:cNvSpPr txBox="1"/>
          <p:nvPr/>
        </p:nvSpPr>
        <p:spPr>
          <a:xfrm flipH="1">
            <a:off x="69709" y="970463"/>
            <a:ext cx="443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IDEA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D565D-A14D-C6D6-19F8-4A257A7C1D46}"/>
              </a:ext>
            </a:extLst>
          </p:cNvPr>
          <p:cNvSpPr txBox="1"/>
          <p:nvPr/>
        </p:nvSpPr>
        <p:spPr>
          <a:xfrm>
            <a:off x="69709" y="4112183"/>
            <a:ext cx="6143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TYPES</a:t>
            </a:r>
            <a:endParaRPr lang="en-US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83F49-110E-FC72-94F1-7B7680EC9C5E}"/>
              </a:ext>
            </a:extLst>
          </p:cNvPr>
          <p:cNvSpPr/>
          <p:nvPr/>
        </p:nvSpPr>
        <p:spPr>
          <a:xfrm>
            <a:off x="7246993" y="643137"/>
            <a:ext cx="4807879" cy="6016494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FEAA4-D50F-F44F-8733-B6BB20FDF09E}"/>
              </a:ext>
            </a:extLst>
          </p:cNvPr>
          <p:cNvSpPr txBox="1"/>
          <p:nvPr/>
        </p:nvSpPr>
        <p:spPr>
          <a:xfrm>
            <a:off x="69709" y="134550"/>
            <a:ext cx="9683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ptos Black" panose="020F0502020204030204" pitchFamily="34" charset="0"/>
              </a:rPr>
              <a:t>Feature Selection</a:t>
            </a:r>
            <a:endParaRPr lang="en-IN" sz="3600" dirty="0">
              <a:latin typeface="Aptos Black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9F940-4022-17FB-04A6-A8D1599839DC}"/>
              </a:ext>
            </a:extLst>
          </p:cNvPr>
          <p:cNvSpPr txBox="1"/>
          <p:nvPr/>
        </p:nvSpPr>
        <p:spPr>
          <a:xfrm>
            <a:off x="7495056" y="1013948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Advantages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C4DDD5E1-3053-BCA2-F1E8-C4B2D1036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5056" y="1511695"/>
            <a:ext cx="5512901" cy="211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Faster training and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overfitting.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Cleaner and simpler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 accuracy when data has noise.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AutoShape 13">
            <a:extLst>
              <a:ext uri="{FF2B5EF4-FFF2-40B4-BE49-F238E27FC236}">
                <a16:creationId xmlns:a16="http://schemas.microsoft.com/office/drawing/2014/main" id="{8E3AA832-547D-0004-7980-4C48285FB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003FFB6B-DB5F-BC02-CF3B-AF071D223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05041A-59AB-81A9-FE75-4461EB7277A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128" y="1258294"/>
            <a:ext cx="6111272" cy="1287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Choosing the most important input features for a model.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elps the model focus on what matters.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Removes noise and makes learning easier.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AC49CE-C271-31B5-7474-D255AF021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124588"/>
              </p:ext>
            </p:extLst>
          </p:nvPr>
        </p:nvGraphicFramePr>
        <p:xfrm>
          <a:off x="137128" y="4622507"/>
          <a:ext cx="7008255" cy="2100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002">
                  <a:extLst>
                    <a:ext uri="{9D8B030D-6E8A-4147-A177-3AD203B41FA5}">
                      <a16:colId xmlns:a16="http://schemas.microsoft.com/office/drawing/2014/main" val="954758601"/>
                    </a:ext>
                  </a:extLst>
                </a:gridCol>
                <a:gridCol w="1199946">
                  <a:extLst>
                    <a:ext uri="{9D8B030D-6E8A-4147-A177-3AD203B41FA5}">
                      <a16:colId xmlns:a16="http://schemas.microsoft.com/office/drawing/2014/main" val="2977799097"/>
                    </a:ext>
                  </a:extLst>
                </a:gridCol>
                <a:gridCol w="1556221">
                  <a:extLst>
                    <a:ext uri="{9D8B030D-6E8A-4147-A177-3AD203B41FA5}">
                      <a16:colId xmlns:a16="http://schemas.microsoft.com/office/drawing/2014/main" val="1302018843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9760058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364977233"/>
                    </a:ext>
                  </a:extLst>
                </a:gridCol>
              </a:tblGrid>
              <a:tr h="348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Speed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Accuracy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Model Used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337084"/>
                  </a:ext>
                </a:extLst>
              </a:tr>
              <a:tr h="615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Filter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Low-Medium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Correlation,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Chi Square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5689960"/>
                  </a:ext>
                </a:extLst>
              </a:tr>
              <a:tr h="601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Wrapper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(many times)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Forward Selection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271539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Embedded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Yes 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(during training)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Lasso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844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2C273C1-3D0D-51C6-8F5A-C05F4864C0BC}"/>
              </a:ext>
            </a:extLst>
          </p:cNvPr>
          <p:cNvSpPr txBox="1"/>
          <p:nvPr/>
        </p:nvSpPr>
        <p:spPr>
          <a:xfrm>
            <a:off x="7495056" y="3733800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Disadvantages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F49C74A9-D6D7-45C0-638D-9E9E0F63F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9156" y="4368315"/>
            <a:ext cx="4402239" cy="211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May remove useful information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Hard to decide the right number of features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Wrapper methods are slow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Can be computationally heavy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9D858B-CF10-606C-D27F-5DC4F675094E}"/>
              </a:ext>
            </a:extLst>
          </p:cNvPr>
          <p:cNvSpPr txBox="1"/>
          <p:nvPr/>
        </p:nvSpPr>
        <p:spPr>
          <a:xfrm flipH="1">
            <a:off x="95435" y="2778885"/>
            <a:ext cx="443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GOAL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CC610946-38E0-0976-841C-534EAE0F9D1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128" y="3076545"/>
            <a:ext cx="6111272" cy="87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Reduce dimensionality.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Improve model accuracy.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1" name="Picture 7" descr="Feature selection - Free education icons">
            <a:extLst>
              <a:ext uri="{FF2B5EF4-FFF2-40B4-BE49-F238E27FC236}">
                <a16:creationId xmlns:a16="http://schemas.microsoft.com/office/drawing/2014/main" id="{AA83CD04-5D3C-B5A2-214E-1C5FAA69B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545" y="2615402"/>
            <a:ext cx="1794255" cy="179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18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145</Words>
  <Application>Microsoft Macintosh PowerPoint</Application>
  <PresentationFormat>Widescreen</PresentationFormat>
  <Paragraphs>45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Black</vt:lpstr>
      <vt:lpstr>Aptos Display</vt:lpstr>
      <vt:lpstr>Arial</vt:lpstr>
      <vt:lpstr>Office Theme</vt:lpstr>
      <vt:lpstr>HW-Topic-11 Data Acquisition, Modeling and Analysis: Big Data Analytics  Submitted By – Sudhanshu Kakkar CWID – 20036779  </vt:lpstr>
      <vt:lpstr>Sudhanshu Kakkar | ID - 20036779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Kakkar</dc:creator>
  <cp:lastModifiedBy>Sudhanshu Kakkar</cp:lastModifiedBy>
  <cp:revision>64</cp:revision>
  <dcterms:created xsi:type="dcterms:W3CDTF">2025-09-23T03:35:43Z</dcterms:created>
  <dcterms:modified xsi:type="dcterms:W3CDTF">2025-11-16T19:14:04Z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2025-09-23T04:10:30Z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e9776a84-0086-491f-b735-18cde1807792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